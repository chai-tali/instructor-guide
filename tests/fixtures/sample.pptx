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Welcome to the Course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1. Introduction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2. Core Concepts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3. Wrap Up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Thank 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2026-07-09T12:51:32Z</dcterms:created>
  <dcterms:modified xsi:type="dcterms:W3CDTF">2026-07-09T12:51:32Z</dcterms:modified>
</cp:coreProperties>
</file>